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6F47E8-0EA2-414D-862E-1319688FAE4F}" v="1" dt="2026-09-03T08:38:09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era Rishitha" userId="7d3ff199d9e4c484" providerId="LiveId" clId="{9240857C-B7AC-4EDD-AD12-8B4EBF4621CE}"/>
    <pc:docChg chg="modSld">
      <pc:chgData name="Veera Rishitha" userId="7d3ff199d9e4c484" providerId="LiveId" clId="{9240857C-B7AC-4EDD-AD12-8B4EBF4621CE}" dt="2026-09-03T08:38:53.008" v="8" actId="20577"/>
      <pc:docMkLst>
        <pc:docMk/>
      </pc:docMkLst>
      <pc:sldChg chg="modSp mod">
        <pc:chgData name="Veera Rishitha" userId="7d3ff199d9e4c484" providerId="LiveId" clId="{9240857C-B7AC-4EDD-AD12-8B4EBF4621CE}" dt="2026-09-03T08:38:22.279" v="7" actId="20577"/>
        <pc:sldMkLst>
          <pc:docMk/>
          <pc:sldMk cId="0" sldId="256"/>
        </pc:sldMkLst>
        <pc:spChg chg="mod">
          <ac:chgData name="Veera Rishitha" userId="7d3ff199d9e4c484" providerId="LiveId" clId="{9240857C-B7AC-4EDD-AD12-8B4EBF4621CE}" dt="2026-09-03T08:38:22.279" v="7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Veera Rishitha" userId="7d3ff199d9e4c484" providerId="LiveId" clId="{9240857C-B7AC-4EDD-AD12-8B4EBF4621CE}" dt="2026-09-03T08:38:00.841" v="2" actId="21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Veera Rishitha" userId="7d3ff199d9e4c484" providerId="LiveId" clId="{9240857C-B7AC-4EDD-AD12-8B4EBF4621CE}" dt="2026-09-03T08:38:53.008" v="8" actId="20577"/>
        <pc:sldMkLst>
          <pc:docMk/>
          <pc:sldMk cId="0" sldId="259"/>
        </pc:sldMkLst>
        <pc:spChg chg="mod">
          <ac:chgData name="Veera Rishitha" userId="7d3ff199d9e4c484" providerId="LiveId" clId="{9240857C-B7AC-4EDD-AD12-8B4EBF4621CE}" dt="2026-09-03T08:38:53.008" v="8" actId="20577"/>
          <ac:spMkLst>
            <pc:docMk/>
            <pc:sldMk cId="0" sldId="25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rPr lang="en-IN" dirty="0"/>
              <a:t>		PROJECT DEVELOPMENT 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3840480" cy="45720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PYDAH EDUCATIONAL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97316"/>
                </a:solidFill>
              </a:defRPr>
            </a:pPr>
            <a:r>
              <a:t>PYDAH SkillPath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Career Pathways, Skill Validation &amp; Placement Acceleration Platform</a:t>
            </a:r>
          </a:p>
          <a:p>
            <a:pPr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A full-stack, student-centric ecosystem designed to master industry-ready tech stacks and fast-track campus recruitments.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5771" y="3931920"/>
            <a:ext cx="10360152" cy="210312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280160" y="46634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1. I. </a:t>
            </a:r>
            <a:r>
              <a:rPr dirty="0" err="1"/>
              <a:t>Sirumanirajasree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217920" y="46634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2. J. Veera Rishitha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3035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3. K. Srimahalakshmi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3035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4. N. Trilokesh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PROBLEM STATEMENT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The Core Engineering &amp; Placement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EA580C"/>
                </a:solidFill>
              </a:defRPr>
            </a:pPr>
            <a:r>
              <a:t>❌  Curriculum vs Industry Disconnect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Standard academic syllabi rarely keep pace with fast-evolving industry requirements like Cloud DevOps, GenAI RAG pipelines, and modern full-stack architectures demanded by TCS Prime and AWS.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❌  Unstructured Student Learning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Students frequently get overwhelmed by fragmented tutorials, leading to burnout without measurable milestone progression or hands-on repository proofs.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❌  Placement Directorate Verification Bottleneck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College placement officers face difficulty evaluating student project authenticity and technical readiness before forwarding candidate batches to tier-1 recruiters.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PROPOSED SOLUTION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PYDAH SkillPath: The Unified Career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A580C"/>
                </a:solidFill>
              </a:defRPr>
            </a:pPr>
            <a:r>
              <a:t>✨ Interactive Roadmaps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Step-by-step visual career blueprints with granular sub-topic checkpoints for self-paced progress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✨ Gamified Karma XP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Continuous learning incentives rewarding completed modules (+100 XP), quizzes (+150 XP), and verified projects (+200 XP).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✨ Placement Radar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Automated skill-matching matching student completed competencies directly with high-package placement drives (&gt; ₹7 - 16 LPA).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✨ Verified Credentials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Cryptographically verifiable Skill Passport &amp; ATS-friendly resume export empowering students with ready-to-use application assets.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rPr dirty="0"/>
              <a:t>CURRICULUM PATHWAYS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 Industry-Aligned Engineering Roadmaps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1. Full Stack &amp; Cloud Architect (FSD)  [Very High Demand • 90 Hours]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HTML5/CSS3 Layouts, ES6+, Flask REST APIs, Relational SQL (3NF), Auth/OWASP, Docker Containers &amp; Cloud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0B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Artificial Intelligence &amp; GenAI (AIML)  [Explosive Growth • 110 Hours]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Data Science with Pandas/NumPy, Applied Scikit-Learn ML, PyTorch Deep Learning, Vector DBs, and LLM RAG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0B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3. Cloud Native, DevOps &amp; SRE (DEVOPS)  [High Demand • 85 Hours]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rPr dirty="0"/>
              <a:t>Linux CLI Administration, Bash Scripting, </a:t>
            </a:r>
            <a:r>
              <a:rPr dirty="0" err="1"/>
              <a:t>GitOps</a:t>
            </a:r>
            <a:r>
              <a:rPr dirty="0"/>
              <a:t> &amp; GitHub Actions CI/CD, Kubernetes Clusters &amp; Terraform </a:t>
            </a:r>
            <a:r>
              <a:rPr dirty="0" err="1"/>
              <a:t>IaC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0B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Cybersecurity &amp; Penetration Testing  [Critical Sector • 80 Hours]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TCP/IP Handshakes, Wireshark Packet Inspection, Nmap Scanning, OWASP Top 10 Exploitation &amp; Burp Suite Auditing.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0B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Mobile App Development (Flutter/React Native)  [High Demand • 75 Hours]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Dart OOP, Reactive Widget Trees, Material 3 Layouts, Riverpod State Management &amp; Offline SQLite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SYSTEM ARCHITECTURE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High-Performance Full-Stack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500" b="1">
                <a:solidFill>
                  <a:srgbClr val="EA580C"/>
                </a:solidFill>
              </a:defRPr>
            </a:pPr>
            <a:r>
              <a:t>Presentation Layer (Client SPA)</a:t>
            </a:r>
          </a:p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</a:defRPr>
            </a:pPr>
            <a:r>
              <a:t>• Single Page Application (Vanilla HTML5/CSS3/ES6+)</a:t>
            </a:r>
            <a:br/>
            <a:r>
              <a:t>• Dynamic Reactive UI (Tabs, Modals, Checklists)</a:t>
            </a:r>
            <a:br/>
            <a:r>
              <a:t>• Lucide Vector Icons &amp; Circular Radial SVG Gauges</a:t>
            </a:r>
            <a:br/>
            <a:r>
              <a:t>• Specialized Landscape A4 Print Stylesheets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500" b="1">
                <a:solidFill>
                  <a:srgbClr val="F59E0B"/>
                </a:solidFill>
              </a:defRPr>
            </a:pPr>
            <a:r>
              <a:t>Application &amp; API Layer (Server)</a:t>
            </a:r>
          </a:p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</a:defRPr>
            </a:pPr>
            <a:r>
              <a:t>• Python 3.11+ / 3.14 Runtime</a:t>
            </a:r>
            <a:br/>
            <a:r>
              <a:t>• Flask WSGI Microframework &amp; RESTful Endpoints</a:t>
            </a:r>
            <a:br/>
            <a:r>
              <a:t>• Werkzeug PBKDF2/Scrypt Password Encryption</a:t>
            </a:r>
            <a:br/>
            <a:r>
              <a:t>• Session Authentication &amp; Zero External NPM Bloat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500" b="1">
                <a:solidFill>
                  <a:srgbClr val="10B981"/>
                </a:solidFill>
              </a:defRPr>
            </a:pPr>
            <a:r>
              <a:t>Persistence Layer (Relational DB)</a:t>
            </a:r>
          </a:p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</a:defRPr>
            </a:pPr>
            <a:r>
              <a:t>• SQLite 3 Zero-Config Embedded Engine</a:t>
            </a:r>
            <a:br/>
            <a:r>
              <a:t>• Strict PRAGMA foreign_keys = ON &amp; Constraints</a:t>
            </a:r>
            <a:br/>
            <a:r>
              <a:t>• Atomic Upserts (ON CONFLICT DO UPDATE)</a:t>
            </a:r>
            <a:br/>
            <a:r>
              <a:t>• Tables: Users, Tracks, Checkpoints, Quizzes, Placements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ALGORITHMS &amp; METRICS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Analytical Metrics: Readiness &amp; Placement Matching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500" b="1">
                <a:solidFill>
                  <a:srgbClr val="EA580C"/>
                </a:solidFill>
              </a:defRPr>
            </a:pPr>
            <a:r>
              <a:t>1. Career Readiness Index (CRI)</a:t>
            </a:r>
          </a:p>
          <a:p>
            <a:pPr>
              <a:lnSpc>
                <a:spcPct val="125000"/>
              </a:lnSpc>
              <a:defRPr sz="1200">
                <a:solidFill>
                  <a:srgbClr val="FFFFFF"/>
                </a:solidFill>
              </a:defRPr>
            </a:pPr>
            <a:r>
              <a:t>Formula:</a:t>
            </a:r>
            <a:br/>
            <a:r>
              <a:t>Readiness % = Min( 99,  38 + (Completed Modules × 7) + (Quizzes Passed × 12) + (Approved Projects × 8) )</a:t>
            </a:r>
            <a:br/>
            <a:br/>
            <a:r>
              <a:t>Purpose:</a:t>
            </a:r>
            <a:br/>
            <a:r>
              <a:t>Combines theoretical baseline (38%) with practical execution (modules &amp; projects) to benchmark student eligibility against tier-1 companies (TCS Prime, AWS).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500" b="1">
                <a:solidFill>
                  <a:srgbClr val="F59E0B"/>
                </a:solidFill>
              </a:defRPr>
            </a:pPr>
            <a:r>
              <a:t>2. Skill Karma XP (Gamification)</a:t>
            </a:r>
          </a:p>
          <a:p>
            <a:pPr>
              <a:lnSpc>
                <a:spcPct val="125000"/>
              </a:lnSpc>
              <a:defRPr sz="1200">
                <a:solidFill>
                  <a:srgbClr val="FFFFFF"/>
                </a:solidFill>
              </a:defRPr>
            </a:pPr>
            <a:r>
              <a:t>Formula:</a:t>
            </a:r>
            <a:br/>
            <a:r>
              <a:t>Total Karma XP = Base (500) + (Modules × 100 XP) + (Quizzes × 150 XP) + (Projects × 200 XP)</a:t>
            </a:r>
            <a:br/>
            <a:br/>
            <a:r>
              <a:t>Purpose:</a:t>
            </a:r>
            <a:br/>
            <a:r>
              <a:t>Powers the Campus Leaderboard with podium medals (🥇 🥈 🥉) to recognize top student talent and motivate daily consistent practice.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500" b="1">
                <a:solidFill>
                  <a:srgbClr val="10B981"/>
                </a:solidFill>
              </a:defRPr>
            </a:pPr>
            <a:r>
              <a:t>3. Placement Radar Match Percentage</a:t>
            </a:r>
          </a:p>
          <a:p>
            <a:pPr>
              <a:lnSpc>
                <a:spcPct val="125000"/>
              </a:lnSpc>
              <a:defRPr sz="1200">
                <a:solidFill>
                  <a:srgbClr val="FFFFFF"/>
                </a:solidFill>
              </a:defRPr>
            </a:pPr>
            <a:r>
              <a:t>Formula:</a:t>
            </a:r>
            <a:br/>
            <a:r>
              <a:t>Match % = Max( 40,  Min( 98,  (Matched Skills / Total Drive Required Skills × 80) + 20 ) )</a:t>
            </a:r>
            <a:br/>
            <a:br/>
            <a:r>
              <a:t>Purpose:</a:t>
            </a:r>
            <a:br/>
            <a:r>
              <a:t>Performs real-time string token matching comparing candidate verified skills with company job eligibility criteria.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SYSTEM HIGHLIGHTS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Feature Highlights &amp; Campus Innovations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488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A580C"/>
                </a:solidFill>
              </a:defRPr>
            </a:pPr>
            <a:r>
              <a:t>🔹 Granular Sub-Checkpoints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Module competencies are broken into micro-tasks (e.g. Flexbox, Grid, Media Queries) that calculate real-time completion in SQLite.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21488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🔹 Technical Interview Flashcards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Dedicated interview arena featuring actual screening questions asked by TCS Prime, AWS, Cognizant, and Qualcomm with 1-click reveal answers.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21488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🔹 Self-Service Password Reset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100% direct password recovery without faculty bottlenecks, securely updating Werkzeug password hashes.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383280" cy="21488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🔹 Placement Radar Filters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Filter drives by Package Tier (Super Dream &gt; 10 LPA, Dream &gt; 7 LPA, Standard) and Location (Hyderabad, Vizag, Bengaluru).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023360"/>
            <a:ext cx="3383280" cy="21488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🔹 ATS Resume Generator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1-click export compiling student verified proficiencies and capstone repositories into an ATS-friendly bulleted block for easy resume copy-pasting.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023360"/>
            <a:ext cx="3383280" cy="21488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🔹 Royal Academic Diploma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Official verified skill certificate with Royal Parchment and Midnight Obsidian themes, gold wax seal, and 1-page A4 print optimization.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QUALITY &amp; TESTING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Verification &amp; Enterprise Security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✅  Authentication &amp; Password Encryption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Tested with Werkzeug PBKDF2:SHA256 salted hashes. Passwords are never stored in plain text. Verified session-based role authorization (student vs admin).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✅  Idempotent Checkpoint Progress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Verified atomic database transactions using SQLite `ON CONFLICT(user_id, module_id) DO UPDATE` to prevent race conditions during rapid clicking.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✅  Placement Tier Filter Precision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Verified API queries filtering by salary bracket (`Super Dream`, `Dream`) and regional hiring locations with 0ms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✅  One-Page Landscape A4 Print Validation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Tested `@page { size: landscape A4; margin: 8mm; }` ensuring zero multi-page spillover when exporting official diploma certificates to PDF.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9728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PRODUCTION READINESS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Deployment Strategy &amp; Cloud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EA580C"/>
                </a:solidFill>
              </a:defRPr>
            </a:pPr>
            <a:r>
              <a:t>🚀  Containerized Dockerfile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Built with lightweight `python:3.11-slim`, non-root security (`pydahuser`), Gunicorn concurrency (`--workers 2 --threads 4`), and container healthchecks.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🚀  Dynamic Port Cloud WSGI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Procfile configured with `gunicorn app:app --bind 0.0.0.0:$PORT` for instant 1-click deployment on Render, Railway, or Heroku.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🚀  Local One-Click Launcher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`run.bat` allows any faculty or student to start the platform immediately on Windows without touching command-line configurations.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97316"/>
                </a:solidFill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Empowering Students • Engineering Futures • Fast-Tracking Careers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926080"/>
            <a:ext cx="8531352" cy="292608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600"/>
              </a:spcAft>
              <a:defRPr sz="1800" b="1">
                <a:solidFill>
                  <a:srgbClr val="F59E0B"/>
                </a:solidFill>
              </a:defRPr>
            </a:pPr>
            <a:r>
              <a:t>PYDAH SkillPath Project Team</a:t>
            </a:r>
          </a:p>
          <a:p>
            <a:pPr algn="ctr"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1. I. Sirumanirajasree</a:t>
            </a:r>
          </a:p>
          <a:p>
            <a:pPr algn="ctr"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2. J. Veera Rishitha</a:t>
            </a:r>
          </a:p>
          <a:p>
            <a:pPr algn="ctr"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3. K. Srimahalakshmi</a:t>
            </a:r>
          </a:p>
          <a:p>
            <a:pPr algn="ctr"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4. N. Trilokesh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1201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Veera Rishitha</cp:lastModifiedBy>
  <cp:revision>1</cp:revision>
  <dcterms:created xsi:type="dcterms:W3CDTF">2013-01-27T09:14:16Z</dcterms:created>
  <dcterms:modified xsi:type="dcterms:W3CDTF">2026-09-03T08:38:56Z</dcterms:modified>
  <cp:category/>
</cp:coreProperties>
</file>